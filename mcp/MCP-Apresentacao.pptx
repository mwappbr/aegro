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3291840" y="13716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ANTHROPIC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Context Protocol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AA"/>
                </a:solidFill>
              </a:rPr>
              <a:t>O Protocolo que Conecta IA ao Mundo Real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3566160"/>
            <a:ext cx="146304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3C7"/>
                </a:solidFill>
              </a:rPr>
              <a:t>Uma visao geral do padrao aberto para integracao de sistemas de 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4480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 o MCP?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0058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4206240" cy="3200400"/>
          </a:xfrm>
          <a:prstGeom prst="roundRect">
            <a:avLst>
              <a:gd name="adj" fmla="val 2857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DEFINICAO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 Model Context Protocol e um padrao aberto criado pela Anthropic para conectar sistemas de IA a ferramentas e fontes de dados externas.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</a:rPr>
              <a:t>Lancado em novembro de 2024, o MCP padroniza como LLMs integram e compartilham dados com repositorios, ferramentas de negocios e ambientes de desenvolvimento.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52238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 Source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Codigo aberto e gratuito para uso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522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237744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Interoperavel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Funciona com diversos modelos de 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52238"/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338328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Padronizado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3657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Especificacao uniforme para integracao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0058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3A5F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17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HOST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Aplicacao 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Claude, ChatGPT, etc.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MCP Client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SDK integrado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MCP Server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Servico externo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52238"/>
          </a:solidFill>
          <a:ln w="25400">
            <a:solidFill>
              <a:srgbClr val="2A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Recursos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APIs, DBs, Files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AA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20624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AA"/>
                </a:solidFill>
              </a:rPr>
              <a:t>↔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0936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6B6B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TOOLS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Funcoes executaveis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51760" y="30175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PROMPTS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3383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Templates reutilizaveis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0175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RESOURCES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383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Dados e arquivos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40880" y="30175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SAMPLING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0" y="3383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Requisicoes ao LLM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Casos de Uso e Beneficios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0058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APLICACOES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54864" cy="5943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90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Desenvolvimento de Software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IDEs, controle de versao, execucao de codigo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103120"/>
            <a:ext cx="54864" cy="5943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76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Produtividade Empresarial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Slack, Google Drive, Notion, Confluence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788920"/>
            <a:ext cx="54864" cy="5943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62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Analise de Dados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Bancos de dados, APIs, servicos de BI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4747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3474720"/>
            <a:ext cx="54864" cy="5943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47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Automacao de Tarefas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Workflows, integracao de sistemas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BENEFICIOS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52238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5087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97M+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663440" y="2057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Downloads mensais de SDK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14173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52238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15087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6B"/>
                </a:solidFill>
              </a:rPr>
              <a:t>5.8K+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766560" y="2057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Servidores MCP disponiveis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65176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724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Vantagens Principais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063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• Reducao de codigo boilerplate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• Integracao padronizada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• Maior seguranca e controle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• Ecossistema em crescimento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Adocao pela Industria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0058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00D4AA"/>
          </a:solidFill>
          <a:ln w="381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NOV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2024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234440" cy="82296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Anthropic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7"/>
                </a:solidFill>
              </a:rPr>
              <a:t>Lancamento MCP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0" y="1325880"/>
            <a:ext cx="457200" cy="45720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86000" y="18288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2025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2103120"/>
            <a:ext cx="1234440" cy="82296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21488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24688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7"/>
                </a:solidFill>
              </a:rPr>
              <a:t>Adota MCP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97680" y="1325880"/>
            <a:ext cx="457200" cy="45720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ABR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23360" y="18288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2025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31920" y="2103120"/>
            <a:ext cx="1234440" cy="82296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21488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24688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7"/>
                </a:solidFill>
              </a:rPr>
              <a:t>Gemini com MCP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35040" y="1325880"/>
            <a:ext cx="457200" cy="45720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60720" y="18288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2025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0" y="2103120"/>
            <a:ext cx="1234440" cy="82296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21488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Microsoft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24688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7"/>
                </a:solidFill>
              </a:rPr>
              <a:t>Windows 11 + MCP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72400" y="1325880"/>
            <a:ext cx="457200" cy="457200"/>
          </a:xfrm>
          <a:prstGeom prst="ellipse">
            <a:avLst/>
          </a:prstGeom>
          <a:solidFill>
            <a:srgbClr val="FF6B6B"/>
          </a:solidFill>
          <a:ln w="381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DEZ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98080" y="18288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2025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06640" y="2103120"/>
            <a:ext cx="1234440" cy="82296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21488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Linux Foundation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06640" y="24688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7"/>
                </a:solidFill>
              </a:rPr>
              <a:t>AAIF criada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2960" y="32004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52238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AWS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468880" y="32004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52238"/>
          </a:solidFill>
          <a:ln/>
        </p:spPr>
      </p:sp>
      <p:sp>
        <p:nvSpPr>
          <p:cNvPr id="38" name="Text 36"/>
          <p:cNvSpPr/>
          <p:nvPr/>
        </p:nvSpPr>
        <p:spPr>
          <a:xfrm>
            <a:off x="246888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Cloudflare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0" y="32004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52238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Block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60720" y="32004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52238"/>
          </a:solidFill>
          <a:ln/>
        </p:spPr>
      </p:sp>
      <p:sp>
        <p:nvSpPr>
          <p:cNvPr id="42" name="Text 40"/>
          <p:cNvSpPr/>
          <p:nvPr/>
        </p:nvSpPr>
        <p:spPr>
          <a:xfrm>
            <a:off x="576072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Bloomberg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06640" y="32004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52238"/>
          </a:solidFill>
          <a:ln/>
        </p:spPr>
      </p:sp>
      <p:sp>
        <p:nvSpPr>
          <p:cNvPr id="44" name="Text 42"/>
          <p:cNvSpPr/>
          <p:nvPr/>
        </p:nvSpPr>
        <p:spPr>
          <a:xfrm>
            <a:off x="740664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O MCP se tornou o padrao de facto para conexao de sistemas de IA em apenas 12 meses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Comecar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0058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PRIMEIROS PASSOS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65760" cy="3657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399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Instale o SDK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Python ou TypeScript disponiveis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365760" cy="3657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039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Crie um Server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Exponha suas ferramentas e recursos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365760" cy="3657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679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Configure o Client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Conecte ao seu aplicativo de 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319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Teste e Itere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Use o MCP Inspector para debug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EXEMPLO PYTHON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4069080" cy="2651760"/>
          </a:xfrm>
          <a:prstGeom prst="roundRect">
            <a:avLst>
              <a:gd name="adj" fmla="val 2759"/>
            </a:avLst>
          </a:prstGeom>
          <a:solidFill>
            <a:srgbClr val="0D1929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508760"/>
            <a:ext cx="3794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Instalar SDK
</a:t>
            </a:r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mcp
</a:t>
            </a:r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Criar servidor basico
</a:t>
            </a:r>
            <a:pPr indent="0" marL="0">
              <a:buNone/>
            </a:pPr>
            <a:r>
              <a:rPr lang="en-US" sz="10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mcp.server </a:t>
            </a:r>
            <a:pPr indent="0" marL="0">
              <a:buNone/>
            </a:pPr>
            <a:r>
              <a:rPr lang="en-US" sz="10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= Server(</a:t>
            </a:r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"meu-servidor"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@server.tool()
</a:t>
            </a:r>
            <a:pPr indent="0" marL="0">
              <a:buNone/>
            </a:pPr>
            <a:r>
              <a:rPr lang="en-US" sz="10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minha_ferramenta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(arg: str):
</a:t>
            </a:r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f"Resultado: {arg}"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Documentacao: modelcontextprotocol.io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0" y="7315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D4AA">
                    <a:alpha val="30000"/>
                  </a:srgbClr>
                </a:solidFill>
              </a:rPr>
              <a:t>"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MCP representa um passo fundamental para tornar a IA verdadeiramente util e integrada ao mundo real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0" y="2560320"/>
            <a:ext cx="146304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</a:rPr>
              <a:t>Aberto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Padrao da industria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2926080"/>
            <a:ext cx="18288" cy="54864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6B"/>
                </a:solidFill>
              </a:rPr>
              <a:t>Simples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Facil de implementar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2926080"/>
            <a:ext cx="18288" cy="54864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</a:rPr>
              <a:t>Poderoso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936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IA conectada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37490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modelcontextprotocol.io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Obrigado!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Context Protocol (MCP)</dc:title>
  <dc:subject>Visao geral do protocolo MCP da Anthropic</dc:subject>
  <dc:creator>Mauro</dc:creator>
  <cp:lastModifiedBy>Mauro</cp:lastModifiedBy>
  <cp:revision>1</cp:revision>
  <dcterms:created xsi:type="dcterms:W3CDTF">2026-01-23T12:51:26Z</dcterms:created>
  <dcterms:modified xsi:type="dcterms:W3CDTF">2026-01-23T12:51:26Z</dcterms:modified>
</cp:coreProperties>
</file>