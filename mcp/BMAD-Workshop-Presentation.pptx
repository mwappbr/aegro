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01952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242048" y="4160520"/>
            <a:ext cx="1901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05072"/>
            <a:ext cx="73152" cy="1143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920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 Method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Agents, Tasks &amp; Templates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06240" y="3291840"/>
            <a:ext cx="75895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520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60-Minute Hands-On Workshop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667512" cy="41148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143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Why BMAD Matters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667512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Overview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667512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Creating Agents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667512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Building Tasks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667512" cy="411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5468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Designing Templates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667512" cy="411480"/>
          </a:xfrm>
          <a:prstGeom prst="roundRect">
            <a:avLst/>
          </a:prstGeom>
          <a:solidFill>
            <a:srgbClr val="FF6B6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5760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Build Your First Agent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667512" cy="411480"/>
          </a:xfrm>
          <a:prstGeom prst="roundRect">
            <a:avLst/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60520"/>
            <a:ext cx="667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160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&amp; Resources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BMAD?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" cy="10972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 Method for Agile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Development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 transforms how teams build software by treating AI agents as code artifacts that collaborate like an expert development team.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as first-class code artifacts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workflows with governance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Version-controlled, auditable decisions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23774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0640" y="1737360"/>
            <a:ext cx="3291840" cy="548640"/>
          </a:xfrm>
          <a:prstGeom prst="roundRect">
            <a:avLst/>
          </a:prstGeom>
          <a:solidFill>
            <a:srgbClr val="331111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= Average Results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120640" y="2743200"/>
            <a:ext cx="3291840" cy="54864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Agents = Superior Output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BMAD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Built-In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requirement, architecture decision, and code change is versioned and auditable.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Delivery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783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Agent-orchestrated flows always produce explicit artifacts: briefs, PRDs, architecture.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Adaptive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solo prototypes to team and enterprise scale without rewriting approach.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Open Source  |  Free Forever  |  Plain Text Agent Definitions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D4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 of BMAD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Pillars of BMAD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8862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AI personas with defined roles, commands, and expertise. Self-contained markdown files.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8862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325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169164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XML operations that agents execute. Reusable building blocks for workflows.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8862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YAML-based document structures that define output formats. Standardize deliverables.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2697480"/>
            <a:ext cx="3886200" cy="13716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80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246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sequences connecting agents, tasks, and templates into complete processes.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Connect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430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554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1371600"/>
            <a:ext cx="11430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463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023360" y="1371600"/>
            <a:ext cx="11430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463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11430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463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1554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498080" y="1371600"/>
            <a:ext cx="11430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4630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18288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2560320"/>
            <a:ext cx="69494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5603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greenfield-workflow → Product Manager → create-doc → prd-tmpl.yaml → PRD.md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Agent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requirements, creates briefs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PRDs, prioritizes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07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Designs systems, defines tech stack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backlog, accepts deliverables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sprints, removes blockers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176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stories, writes code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023360" cy="6400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2907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validates, ensures quality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023360" cy="64008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639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flow between agents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Agents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Agent-as-Code Fundamentals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File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73152" cy="73152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title, icon, usage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73152" cy="7315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style, identity, core principles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73152" cy="73152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4871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operations with * prefix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16352"/>
            <a:ext cx="73152" cy="73152"/>
          </a:xfrm>
          <a:prstGeom prst="ellipse">
            <a:avLst/>
          </a:prstGeom>
          <a:solidFill>
            <a:srgbClr val="A371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 tasks, templates,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73152" cy="7315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015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behaviors and rules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051560"/>
            <a:ext cx="4389120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18872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analyst.agent.yaml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analyst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"Business Analyst"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"Requirements expert"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"Methodical, thorough"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*create-project-brief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*gather-requirements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 [create-doc]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templates: [brief-tmpl.yaml]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Agent Personas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persona section defines your agent's character, expertise, and behavior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45920"/>
            <a:ext cx="36576" cy="13716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ELEMENTS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What expertise they bring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style: How they communicate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identity: Their professional background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Key areas of expertise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principles: Core beliefs and values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114800" cy="457200"/>
          </a:xfrm>
          <a:prstGeom prst="roundRect">
            <a:avLst/>
          </a:prstGeom>
          <a:solidFill>
            <a:srgbClr val="332A11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hiring: what would the job description say?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2606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Product Manager Persona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Expert Product Manager who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translates vision into specs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Strategic yet practical.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Balances user needs with tech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identity: "Senior PM at FAANG"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focus: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user_stories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prioritization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principles: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"User value first"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Commands &amp; Menu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define what actions an agent can perform. The menu array lists available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4114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prefix indicates a command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114800" cy="4114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link to tasks that execute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114800" cy="41148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use templates for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114800" cy="45720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naming: Use verb-noun format (create-prd, review-code)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39319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PM Agent Commands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"*create-prd"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desc: "Create product doc"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task: create-doc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template: prd-tmpl.yaml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"*define-mvp"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desc: "Define minimum viable"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task: analyze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"*prioritize"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desc: "Rank features"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task: evaluate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337560"/>
            <a:ext cx="3931920" cy="457200"/>
          </a:xfrm>
          <a:prstGeom prst="roundRect">
            <a:avLst/>
          </a:prstGeom>
          <a:solidFill>
            <a:srgbClr val="1A1133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337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invokes: *create-prd → Agent executes task with template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8A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Tasks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Operations for Agents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Tasks?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are atomic XML operations that agents execute to produce specific outputs.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Single-purpose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Reusable across 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Accept inputs, produce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templates for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TASKS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create-doc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documents using templates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240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inputs against criteria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06040"/>
            <a:ext cx="39319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work against checklists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393192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data between formats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create-doc.task.md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&lt;name&gt;create-doc&lt;/name&gt;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&lt;description&gt;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Generate document from template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&lt;/description&gt;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&lt;template&gt;required&lt;/template&gt;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&lt;context&gt;optional&lt;/context&gt;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&lt;/inputs&gt;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&lt;steps&gt;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1. Load template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2. Gather required information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3. Fill template sections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4. Save to output folder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&lt;/steps&gt;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&lt;/task&gt;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0" y="1051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9144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&lt;task&gt;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15361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element wrapping everything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91440" cy="91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&lt;name&gt; &lt;description&gt;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purpose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468880"/>
            <a:ext cx="91440" cy="9144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&lt;inputs&gt;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633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task needs to run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017520"/>
            <a:ext cx="9144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&lt;steps&gt;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31821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execution logic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383280"/>
            <a:ext cx="3474720" cy="411480"/>
          </a:xfrm>
          <a:prstGeom prst="roundRect">
            <a:avLst/>
          </a:prstGeom>
          <a:solidFill>
            <a:srgbClr val="332A11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XML-tagged Markdown allows mixing structured data with prose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A37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Templates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Standardizing Your Output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Templates?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6576" cy="64008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are YAML-based document structures that define the format and content of deliverables.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TEMPLATES?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Consistent output across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 documentation standards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Guide AI with clear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Reusable across teams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051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TEMPLATES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- Product Requirements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3258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325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- Project Brief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- System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0116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0116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- User Story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- Quality Gates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2697480"/>
            <a:ext cx="18288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697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Plan - QA Strategy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42062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prd-tmpl.yaml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 Requirements Doc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output_format: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markdown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title: "Overview"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fields: [problem, solution]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title: "User Stories"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format: 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title: "Technical Reqs"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title: "Success Metrics"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checklist: prd-checklist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2080" y="1051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ANATOMY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91440" cy="914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1325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&amp; output_format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15361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file type (md, yaml, json)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1920240"/>
            <a:ext cx="91440" cy="9144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874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20848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content blocks with fields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468880"/>
            <a:ext cx="91440" cy="91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423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required: true/false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40680" y="26334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vs optional sections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017520"/>
            <a:ext cx="91440" cy="914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31821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quality checklist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3383280"/>
            <a:ext cx="3474720" cy="41148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3383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_bmad/templates/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B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First Agent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Getting Started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BMAD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371600"/>
            <a:ext cx="3657600" cy="36576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bmad-method@alpha install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an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194560"/>
            <a:ext cx="3657600" cy="36576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_bmad/agents/analyst.md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Command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017520"/>
            <a:ext cx="3657600" cy="36576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*create-project-brief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36576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1887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STRUCTURE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_bmad/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agents/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analyst.md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├── pm.md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architect.md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tasks/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create-doc.md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templates/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prd-tmpl.yaml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workflows/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Create a Custom Agent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2468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_bmad/agents/code-reviewer.agent.yaml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                        menu: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code-reviewer               - name: "*review-pr"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"Code Review Expert"       desc: "Review pull request"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icon: ""                         task: analyze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                           checklist: pr-checklist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|                        - name: "*security-audit"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Senior engineer focused on      desc: "Check for vulnerabilities"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code quality and best practices task: analyze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"Constructive, thorough"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focus:                        dependencies: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code_quality                 tasks: [analyze]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security                     checklists: [pr-checklist]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performance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8229600" cy="45720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then load: npx bmad-method@alpha build code-reviewer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Exercise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572000" cy="91440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"Documentation Writer" agent that generates README files.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Define persona (role, style, focus)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Add *create-readme command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Link to create-doc 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Create a readme-tmpl.yaml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1051560"/>
            <a:ext cx="347472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143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analyst.agent.yaml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on clarity, 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Template sections: Overview, Install, Usage, API, Contributing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331720"/>
            <a:ext cx="3474720" cy="640080"/>
          </a:xfrm>
          <a:prstGeom prst="roundRect">
            <a:avLst/>
          </a:prstGeom>
          <a:solidFill>
            <a:srgbClr val="331111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331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5 minutes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3063240"/>
            <a:ext cx="3474720" cy="45720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 need help!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228600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Single responsibility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Clear, specific personas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Descriptive command names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651760" cy="228600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Keep tasks atomic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Reuse across agents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input/output specs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Include validation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651760" cy="2286000"/>
          </a:xfrm>
          <a:prstGeom prst="round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188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Mark required fields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Link to checklists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Version your templates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Include examples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457200"/>
          </a:xfrm>
          <a:prstGeom prst="roundRect">
            <a:avLst/>
          </a:prstGeom>
          <a:solidFill>
            <a:srgbClr val="332A11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iterate often. BMAD is designed for continuous improvement.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7607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0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Documentation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docs.bmad-method.org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0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github.com/bmad-code-org/BMAD-METHOD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57200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Tutorial Guide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bmadmethodguide.com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572000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Website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3639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bmadcodes.com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1051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137160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1371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BMAD in a test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182880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1828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greenfield workflow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228600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286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an agent persona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0" y="274320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27432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template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200400"/>
            <a:ext cx="292608" cy="29260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3200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your team!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01952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11430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7242048" y="4160520"/>
            <a:ext cx="1901952" cy="731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9070848" y="4005072"/>
            <a:ext cx="73152" cy="1143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206240" y="2194560"/>
            <a:ext cx="75895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645920" y="2834640"/>
            <a:ext cx="585216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92608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3246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+ Tasks + Templates = BMAD Magic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3886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github.com/bmad-code-org/BMAD-METHOD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BMAD Method: Creating Agents, Tasks &amp; Templates</dc:title>
  <dc:subject>PptxGenJS Presentation</dc:subject>
  <dc:creator>BMAD Workshop</dc:creator>
  <cp:lastModifiedBy>BMAD Workshop</cp:lastModifiedBy>
  <cp:revision>1</cp:revision>
  <dcterms:created xsi:type="dcterms:W3CDTF">2026-01-23T11:44:51Z</dcterms:created>
  <dcterms:modified xsi:type="dcterms:W3CDTF">2026-01-23T11:44:51Z</dcterms:modified>
</cp:coreProperties>
</file>